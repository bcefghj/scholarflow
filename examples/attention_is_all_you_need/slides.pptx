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Attention Is All You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Attention Is All You Need</a:t>
            </a:r>
          </a:p>
          <a:p>
            <a:pPr algn="ctr">
              <a:defRPr sz="1600">
                <a:solidFill>
                  <a:srgbClr val="999999"/>
                </a:solidFill>
              </a:defRPr>
            </a:pPr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研究背景与动机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RNN、LSTM和GRU是序列建模的主流方法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RNN的顺序计算特性限制了并行化能力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序列越长，内存约束越严重，批处理困难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注意力机制可建模任意距离的依赖关系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现有模型将注意力与RNN结合，非纯注意力架构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相关工作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ByteNet和ConvS2S使用卷积实现并行计算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但连接任意位置的操作数随距离线性或对数增长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Self-attention已用于阅读理解、摘要等任务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端到端记忆网络基于注意力而非时序循环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Transformer是首个完全基于自注意力的模型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C6E"/>
                </a:solidFill>
              </a:defRPr>
            </a:pPr>
            <a:r>
              <a:t>Transformer 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采用标准的Encoder-Decoder结构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完全基于注意力机制，摒弃循环和卷积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堆叠6层相同的Encoder和Decoder模块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每个子层使用残差连接和层归一化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所有子层输出维度 dmodel = 512</a:t>
            </a:r>
          </a:p>
        </p:txBody>
      </p:sp>
      <p:pic>
        <p:nvPicPr>
          <p:cNvPr id="5" name="Picture 4" descr="fig1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444" y="1280160"/>
            <a:ext cx="2793432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669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The Transformer - model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C6E"/>
                </a:solidFill>
              </a:defRPr>
            </a:pPr>
            <a:r>
              <a:t>注意力机制：Scaled Dot-Product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输入：Query Q, Key K, Value V 三个向量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计算Q与所有K的点积，除以√dk进行缩放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应用softmax获得注意力权重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公式：Attention(Q,K,V) = softmax(QKT/√dk)V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缩放因子防止点积过大导致梯度消失</a:t>
            </a:r>
          </a:p>
        </p:txBody>
      </p:sp>
      <p:pic>
        <p:nvPicPr>
          <p:cNvPr id="5" name="Picture 4" descr="fig2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478" y="1280160"/>
            <a:ext cx="207136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669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Multi-head attention allows the model to jointly attend to information from different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C6E"/>
                </a:solidFill>
              </a:defRPr>
            </a:pPr>
            <a:r>
              <a:t>多头注意力机制 (Multi-Head Attention)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将Q、K、V投影到h个不同的子空间（h=8）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每个头维度 dk = dv = dmodel/h = 64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并行计算各头的注意力后拼接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公式：MultiHead(Q,K,V) = Concat(head1,...,headh)WO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多头机制允许同时关注不同表示子空间的信息</a:t>
            </a:r>
          </a:p>
        </p:txBody>
      </p:sp>
      <p:pic>
        <p:nvPicPr>
          <p:cNvPr id="5" name="Picture 4" descr="fig2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478" y="1280160"/>
            <a:ext cx="207136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669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Multi-head attention allows the model to jointly attend to information from different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C6E"/>
                </a:solidFill>
              </a:defRPr>
            </a:pPr>
            <a:r>
              <a:t>Transformer 中的三种注意力应用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Encoder Self-Attention: 所有K、V、Q来自同一位置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Decoder Self-Attention: 防止看向后续位置（Masking）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Encoder-Decoder Attention: Q来自Decoder，K、V来自Encoder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Decoder采用Masked Attention确保自回归特性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实现了输入输出序列的全局依赖建模</a:t>
            </a:r>
          </a:p>
        </p:txBody>
      </p:sp>
      <p:pic>
        <p:nvPicPr>
          <p:cNvPr id="5" name="Picture 4" descr="fig1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444" y="1280160"/>
            <a:ext cx="2793432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669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The Transformer - model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位置编码与前馈网络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使用正弦/余弦函数生成位置编码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PE(pos,2i) = sin(pos/100002i/dmodel)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PE(pos,2i+1) = cos(pos/100002i/dmodel)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前馈网络：FFN(x) = max(0, xW1+b1)W2+b2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位置编码维度与词嵌入相同，可直接相加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实验设置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WMT 2014 English-German: 约450万句子对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WMT 2014 English-French: 3600万句子对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使用Byte-pair Encoding (BPE) 进行分词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训练硬件：8块 NVIDIA P100 GPU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基础模型训练12小时，大模型训练3.5天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机器翻译实验结果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English-German: 28.4 BLEU (state-of-the-art)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English-French: 41.8 BLEU (state-of-the-art)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比此前最佳模型提升超过2 BLEU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训练成本仅为最佳模型的1/4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基础模型也超越所有此前发布的单模型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模型变种与消融分析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多头注意力中，头数过多或过少都会降低性能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减小attention key维度会损害模型质量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更大的模型和适当的dropout有助于性能提升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位置编码：正弦编码与学习编码效果相当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模型深度增加显著提升BLEU分数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C6E"/>
                </a:solidFill>
              </a:defRPr>
            </a:pPr>
            <a:r>
              <a:t>泛化能力：英文 constituency 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仅用WSJ数据集(40K句子)训练即可超越Berkeley Parser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半监督设置下达到92.7 F1分数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证明Transformer具有强大的任务泛化能力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输出结构化结果，无需任务特定的调参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验证了模型对长距离依赖的有效建模</a:t>
            </a:r>
          </a:p>
        </p:txBody>
      </p:sp>
      <p:pic>
        <p:nvPicPr>
          <p:cNvPr id="5" name="Picture 4" descr="fig3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122" y="1280160"/>
            <a:ext cx="2680076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669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An example of the attention mechanism following long-distance dependencies in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Transformer是完全基于注意力机制的序列转导模型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可并行化训练，显著缩短训练时间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在翻译任务上达到新的最佳性能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未来方向：处理图像、音频等非文本模态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探索局部注意力机制以处理更长序列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关键参考文献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[2] Bahdanau et al., Neural Machine Translation by Jointly Learning to Align and Translate, 2014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[9] Gehring et al., Convolutional Sequence to Sequence Learning, 2017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[18] Kalchbrenner et al., Neural Machine Translation in Linear Time, 2017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[35] Sutskever et al., Sequence to Sequence Learning with Neural Networks, 2014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[38] Wu et al., Google's Neural Machine Translation System,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