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Attention Is All You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CCCCCC"/>
                </a:solidFill>
              </a:defRPr>
            </a:pPr>
            <a:r>
              <a:t>Attention Is All You Need</a:t>
            </a:r>
          </a:p>
          <a:p>
            <a:pPr algn="ctr">
              <a:defRPr sz="1600">
                <a:solidFill>
                  <a:srgbClr val="999999"/>
                </a:solidFill>
              </a:defRPr>
            </a:pPr>
            <a:r>
              <a:t>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C6E"/>
                </a:solidFill>
              </a:defRPr>
            </a:pPr>
            <a: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循环神经网络(LSTM、GRU)是序列建模的主流方法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循环计算沿符号位置分解，无法并行化，限制长序列训练效率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长距离依赖学习困难，需穿越O(n)路径才能建立联系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注意力机制可建模任意距离依赖，但通常与RNN结合使用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本研究目标：用纯注意力机制替代循环，完全消除顺序计算瓶颈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C6E"/>
                </a:solidFill>
              </a:defRPr>
            </a:pPr>
            <a:r>
              <a:t>相关工作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Extended Neural GPU、ByteNet、ConvS2S使用CNN并行计算隐藏表示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卷积模型连接任意位置的操作数随距离线性或对数增长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自注意力机制已成功用于阅读理解、摘要、文本蕴含等任务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端到端记忆网络基于注意力机制而非序列对齐的循环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本文首次提出完全基于自注意力的序列转导模型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C6E"/>
                </a:solidFill>
              </a:defRPr>
            </a:pPr>
            <a:r>
              <a:t>模型架构概述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采用编码器-解码器(Encoder-Decoder)结构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编码器：6层相同结构堆叠，每层包含多头自注意力和前馈网络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解码器：同样6层，含额外注意力层连接编码器输出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使用残差连接和层归一化(Layer Normalization)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所有子层输出维度统一为dmodel=512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C6E"/>
                </a:solidFill>
              </a:defRPr>
            </a:pPr>
            <a:r>
              <a:t>注意力机制：缩放点积注意力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输入：查询向量Q、键向量K、值向量V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计算：Attention(Q,K,V) = softmax(QKT/√dk)V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除以√dk进行缩放，防止点积值过大导致梯度消失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点积注意力比加性注意力速度更快、空间效率更高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矩阵并行计算可利用高度优化的矩阵乘法代码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C6E"/>
                </a:solidFill>
              </a:defRPr>
            </a:pPr>
            <a:r>
              <a:t>多头注意力机制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将Q、K、V投影h=8次到不同子空间(dk=dv=64)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各头并行计算注意力，最后拼接并线性投影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多头允许模型同时关注不同表示子空间的信息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公式：MultiHead(Q,K,V) = Concat(head1,...,headh)WO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总计算量与单头全维度注意力相当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C6E"/>
                </a:solidFill>
              </a:defRPr>
            </a:pPr>
            <a:r>
              <a:t>位置编码与前馈网络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位置编码PE与词嵌入相加，注入序列位置信息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使用正弦/余弦函数：波长从2π到10000·2π的几何级数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可学习相对位置表示，线性函数可表示固定偏移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前馈网络：两层线性变换，中间ReLU激活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FFN(x) = max(0, xW1 + b1)W2 + b2，内层维度dff=2048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C6E"/>
                </a:solidFill>
              </a:defRPr>
            </a:pPr>
            <a:r>
              <a:t>自注意力的优势分析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自注意力：O(n²·d)复杂度，O(1)顺序操作，O(1)最大路径长度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循环网络：O(n·d²)复杂度，O(n)顺序操作，O(n)路径长度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卷积网络：O(k·n·d²)复杂度，O(1)顺序操作，O(logk(n))路径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当序列长度n&lt;表示维度d时，自注意力更快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常数路径长度有利于学习长距离依赖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C6E"/>
                </a:solidFill>
              </a:defRPr>
            </a:pPr>
            <a:r>
              <a:t>机器翻译实验结果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WMT 2014 英德翻译：28.4 BLEU，超越所有先前模型(含集成)超过2 BLEU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WMT 2014 英法翻译：41.8 BLEU，新单模型最高分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训练成本：仅3.5天，8块P100 GPU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相比GNMT+RL模型，训练成本降低约1/4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基础模型12小时(10万步)即可达到优异性能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C6E"/>
                </a:solidFill>
              </a:defRPr>
            </a:pPr>
            <a:r>
              <a:t>模型变体消融分析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注意力头数：8头最优，过多或过少均降低性能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键维度dk：更大尺寸的键可提高兼容性判断准确性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模型规模：更大的模型和更深层带来更好的困惑度和BLEU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Dropout：Pdrop=0.1有效防止过拟合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位置编码：正弦编码与可学习编码效果相近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C6E"/>
                </a:solidFill>
              </a:defRPr>
            </a:pPr>
            <a:r>
              <a:t>泛化能力： constituency句法分析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验证Transformer可迁移到其他NLP任务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WSJ数据集仅40K句子训练：91.3 F1，超越BerkeleyParser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半监督设置(17M句子)：92.7 F1，接近最好成绩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无任务特定调优即可取得优异表现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证明纯注意力架构的泛化性和鲁棒性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C6E"/>
                </a:solidFill>
              </a:defRPr>
            </a:pPr>
            <a: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Transformer是首个完全基于注意力机制的序列转导模型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训练速度大幅提升，支持高度并行化计算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在翻译任务上达到新的最优性能，并展示良好泛化能力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未来方向：扩展到图像、音频、视频等其他模态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计划探索局部注意力机制和减少生成的顺序性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C6E"/>
                </a:solidFill>
              </a:defRPr>
            </a:pPr>
            <a:r>
              <a:t>关键参考文献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[1] Bahdanau et al. Neural machine translation by jointly learning to align and translate (ICLR 2015) - 注意力机制引入NMT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[2] Hochreiter &amp; Schmidhuber. Long Short-Term Memory (Neural Computation 1997) - LSTM基础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[3] Sutskever et al. Sequence to sequence learning with neural networks (NIPS 2014) - Seq2Seq框架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[4] Cho et al. Learning phrase representations using RNN encoder-decoder (EMNLP 2014) - GRU与Encoder-Decoder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 [5] Vaswani et al. Attention Is All You Need (NIPS 2017) - 本论文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